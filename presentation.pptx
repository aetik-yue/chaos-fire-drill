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9144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(云上消防演习)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基于 Kubernetes + AI 智能体的混沌工程游戏化答辩汇报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课程名称：云计算与微服务实践 (期末集成项目)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答辩汇报人：云计算实验小组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指导老师：课程答辩专家组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项目背景与核心设计理念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&amp; GAME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传统云原生运维与工程痛点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纸上谈兵无实感：传统微服务实验多局限于静态配置与常规搭建，学生缺乏面对高并发下突发雪崩、网络抖动的真实演练体验。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可观测性门槛高：监控日志与底层资源排查错综复杂，缺乏高效且统一的时效和成本量化对比系统。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结合流于表面：多停留在静态代码生成辅助，鲜有将 LLM 深入引入云原生动态观测、智能自愈等生产级场景。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🚒 Chaos Fire Drill 核心设计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混沌工程游戏化 (消防演习)：将事故定位恢复等同于“灭火竞速”，把枯燥的微服务排障包装为富有趣味性与时间压力的竞技游戏。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人机协同竞技 (人 vs AI Agent)：引入基于大模型的自愈智能体与人类选手同台竞速，直观评测 AI 与人类的运维决策差异。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生产级纯生沙箱 (Live K8s Sandbox)：彻底抛弃伪模拟，所有的命令解析和注入彻底穿透、运行于真实的本地宿主集群。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课程实验之间的深度联动与集大成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CURRICULUM EXPERIMENT SYNERGY &amp; INTEGRATION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本项目作为期末集成大作业，并非孤立存在，而是将课程前序的四大模块实验完美融为一体：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560320" cy="40233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实验一：Docker 容器化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隔离基石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镜像打包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微服务组件打包发布，为后续沙箱环境奠定最小容器实体。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560320" cy="40233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☸️ 实验二：K8s 容器编排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权限隔离 (RBAC)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ServiceAccount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命名空间划分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 K8s 沙箱交互，通过 ServiceAccount 安全执行运维指令。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40233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 实验三：微服务架构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多级链路调用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服务注册与发现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容错路由机制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提取真实三层微服务 (order/product/frontend) 作为靶标系统。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920240"/>
            <a:ext cx="2560320" cy="40233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实验四：混沌工程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故障模式提炼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主动破坏性演练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自愈恢复回路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构建完整的 Chaos 故障池与自愈回滚逻辑，承载整个游戏的核心玩法。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系统架构拆解与交互拓扑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&amp; COMMUNICATIVE TOPOLOGY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模块化分层设计体系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可观测与交互层 (Vite + Vue 3)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实时集群健康指标面板 (高频 Websocket 广播刷新)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xterm.js 仿真交互终端，提供完全沉浸式的 Linux 操作体验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逻辑与引擎层 (Express + WS Server)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状态机内核驱动游戏全周期 (Idle -&gt; Inject -&gt; Diagn -&gt; Score)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Scorer Engine 实现多维度指标的定量计算及账单开销扣除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安全网关层 (Terminal Proxy)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危险输入与越权拦截；强制动态绑定 Namespace 保证环境安全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物理靶场层 (Kubernetes Cluster)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包含 chaos-game (人机对决靶场) 与 demo-micro 等真实命名空间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核心游戏生命周期状态机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9520" y="2286000"/>
            <a:ext cx="2834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286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 (等待消防演习)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3108960"/>
            <a:ext cx="2834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3108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INJECTING (触发混沌故障注入)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3931920"/>
            <a:ext cx="2834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931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DIAGNOSING (人机双通道灭火竞速)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4754880"/>
            <a:ext cx="2834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/ TIMEOUT (自愈结算/回退)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状态调谐：任意一方利用 kubectl 指令修复健康度至 100% 后，状态机实时捕捉，冻结并切入结算，极速清退临时资源，保证 0 资源泄露。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云计算创新点：纯生 K8s-Native 沙箱与轻量化故障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COMPUTING INNOVATIONS &amp; LIVE SANDBOX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☸️ Kubernetes-Native 真实集群穿透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彻底摒弃伪模拟 (Fake Mock)：绝非纸面逻辑模拟，每一次在大屏上观察到的指标振荡、Pod 死亡与重建，都是对真实容器状态的反射。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轻量级原生故障注入：不引入重型混沌框架（如 Chaos Mesh），自主构建轻量化故障套件。使用 Linux 内置 TC Netem 制造高逼真网络抖动、使用 dd 读写模拟磁盘满仓。在微服务架构下直观展现经典“级联雪崩 (Cascading Failure)”效应。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自动资源规整与调谐回路：若游戏超时或异常退出，后端自愈协程秒级触发 restoreFn，全量回滚所有资源变动，维持集群原本健康度。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安全命令重写网关 (Terminal Proxy)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多租户逻辑沙箱隔离：虽然系统为前台用户分配了 live kubectl 操作权，但底层使用正则重写引擎。对所有人类输入命令强制追加并替换 `-n &lt;current-namespace&gt;` 参数，彻底封锁跨命名空间（如越权操作系统级 kube-system 空间）的通道。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静态白名单双重硬拦截：严格限制前台执行 `kubectl get`, `kubectl logs`, `kubectl describe`, `kubectl scale`, `kubectl rollout`, `kubectl exec` 6类核心观测命令。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脚本逃逸与漏洞拦截：物理阻断分号、重定向、非安全管道符等恶意字符拼接，打造云原生安全的最佳实践。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AI 创新点：DevOps Agent 与 OODA 自愈闭环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INNOVATIONS &amp; OODA SELF-HEALING LOOP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差异化快照剪枝算法 (Snapshot Pruning)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 SRE 日志巨量噪声：微服务运行时的资源数据极为庞杂，直接输入 LLM 极易导致模型在长上下文中迷失 (Lost in the Middle) 且 Token 开销巨大。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差异对比降噪 (Baseline Diffing)：系统自主实现快照剪枝。将当前时刻的 Pod、Deploy、Events 与系统健康时的“黄金基线 (Golden Baseline)”进行原子差异对比。自动剔除一切正常的组件和冗余 K8s 元数据。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高信噪比 Prompt 输入：实现 75% 以上的 Context 极限瘦身，提供极高确定性的 Prompt，将分析效率和准确度推升至工业级水准。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OODA 循环闭环自愈 Agent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OODA 理论闭环：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Observe (观察)：每 5 秒自动爬取高信噪比集群健康状态快照。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Orient (调整)：识别微服务架构中的级联调用断裂处。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Decide (决策)：LLM 推理出可能的根因，输出符合规范的修复指令。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Action (执行)：自动下发 kubectl 修复指令，并在下一轮 Observe 中闭环检验修复成效，做到了完全无人工干预的“自愈决策闭环”。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思维链 (CoT) 推演可视化：AI Agent 每次的怀疑对象、推理依据均实时输出在大屏上，变“黑盒分数”为“白盒推演”，极具教学展示性。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严谨的评分标准与多维度量化体系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SACS MULTI-DIMENSIONAL SCORING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我们为演习制定了科学、立体的 SACS 融合评分算法，从四大维度对人机表现进行定量化考评：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212080" cy="2103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Speed (速度维度 - 权重 50%)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依据最终抢修完成的耗时呈线性衰减。完成越快得分越高，超时未完成为 0 分。高度激发应急演练的时间压力实感。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212080" cy="2103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Accuracy (诊断准确度 - 权重 20%)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评分引擎针对用户在终端敲击的指令链路以及 AI 输出的怀疑根因，深度匹配其是否真正捕获了底层的核心故障模式，防范盲目无脑调试。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12080" cy="2103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💸 Cost (开销预算度 - 权重 15%)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引入虚拟资金预算机制。人类每敲击一次更改状态的操作，或者 AI 每调用一次大模型都会扣除预算，惩罚高开销盲目排障，倡导精准打击。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5212080" cy="2103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Standard (操作规范度 - 权重 15%)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5720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系统全量追踪并匹配指令的健全度。排查语法错误、无效命令或冗余调阅。高分倡导以极其专业的姿态书写生产级运维脚本。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实验成果与测试验证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EXPERIMENTAL OUTCOMES &amp;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物理靶场注入实测表现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简单模式 (Easy Mode)：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故障注入：向 order-service 注入 disk-full，在容器中创建 64MB 临时大文件。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排障情况：通过 `kubectl exec ... ls -lh /tmp` 精准检测并执行 `rm` 删除，健康度成功归 100%。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困难模式 (Hard Mode)：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故障注入：`product-service` 缩容到 0 且同时对 `order-service` 执行 `kill 1` 主进程终结崩溃。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AI 自动诊断决策：AI 差异化快照精准切中 product-service 无 Pod 现状，智能匹配 `kubectl scale ... --replicas=2` 瞬间拉起，多故障在 30 秒内得到全面自愈。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健全的自动化测试组件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项目引入了基于 Jest 框架的工业级端到端与集成自动化测试：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__tests__/scorer.test.js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__tests__/chaos-injector.test.js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__tests__/terminal-proxy.test.js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__tests__/cost-calculator.test.js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__tests__/ai-engine.test.js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__tests__/integration.test.js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__tests__/k8s-client.test.js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__tests__/state-machine.test.js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累计通过：**108 个核心自动化单元/集成测试用例**。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覆盖：状态机扭转、快照裁剪算法、危险字符过滤、资金预算扣除等所有底层引擎，健壮度达到了工程级出厂水准。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总结、收获与未来展望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SUMMARY, INSIGHTS &amp; FUTURE OUTLOOK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核心收获与心得体会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深化云原生弹性设计思维：“Design for Failure”（面向故障设计）是云计算高可用架构的核心原则。通过混沌演练游戏，切实感受到健康检查、调谐环、副本管理机制的不可或缺。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掌握大模型云端落地范式：在大模型应用开发中，纯写 Prompt 是远远不够的。通过 Snapshot 剪枝降噪的 RAG 实操，深入体会了业务语境中“高信噪比上下文”对智能体决策的决定性意义。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人机协同演进认知：AI Agent 在结构化可观测数据分析、标准化指令推荐及常规故障处理（自愈）方面具有卓越的爆发速度。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212080" cy="43891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未来演进方向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引入云原生更细颗粒度监控：目前主要采集 Events 和容器状态。下一步拟深入结合 Prometheus / OpenTelemetry 暴露的数据指标，进行多维度的图谱分析，提供更为细致的可观测性指标。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Agent 自主强化学习演练：设计一个支持主动对抗的“博弈 Agent”，实现一边进行自动破坏，另一边进行自愈对抗的“左右互搏”云端混沌竞技盘，进一步推高自愈极限。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向分布式多集群沙箱挺进：将单集群 Namespace 拓扑演进为多云、异构多集群网络下的混沌消防演习靶场，承载更大规模的微服务雪崩实操。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敬请各位老师、专家批评指正！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项目开发小组 | 云计算与微服务大作业答辩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2026-05-27T17:42:16Z</dcterms:created>
  <dcterms:modified xsi:type="dcterms:W3CDTF">2026-05-27T17:42:16Z</dcterms:modified>
</cp:coreProperties>
</file>