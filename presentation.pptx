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0"/>
            <a:ext cx="91440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Chaos Fire Drill (云上消防演习)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基于 Kubernetes + AI 智能体的混沌工程游戏化答辩汇报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438912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课程名称：云计算与微服务实践 (期末集成项目)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答辩汇报人：云计算实验小组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指导老师：课程答辩专家组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项目背景与核心设计理念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BACKGROUND &amp; GAME CONCEPT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1828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Chaos Fire Drill | 期末大项目汇报答辩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303520" cy="466344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传统云原生运维与实验痛点
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纸上谈兵无实感：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传统微服务实验多局限于静态配置与常规搭建，学生缺乏面对高并发下突发雪崩、网络抖动的真实演练体验。
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可观测性门槛高：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监控日志与底层资源排查错综复杂，缺乏高效且统一的时效和成本量化对比系统。
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AI 结合流于表面：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多停留在静态代码生成辅助，鲜有将 LLM 深入引入云原生动态观测、智能自愈等生产级场景。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1463040"/>
            <a:ext cx="5303520" cy="466344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🚒 Chaos Fire Drill 核心设计
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混沌工程游戏化 (消防演习)：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将事故定位恢复等同于“灭火竞速”，把枯燥的微服务排障包装为富有趣味性与时间压力的竞技游戏。
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人机协同竞技 (人 vs AI Agent)：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引入基于大模型的自愈智能体与人类选手同台竞速，直观评测 AI 与人类的运维决策差异。
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生产级纯生沙箱 (Live K8s Sandbox)：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彻底抛弃伪模拟，所有的命令解析和注入彻底穿透、运行于真实的本地宿主集群。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课程实验之间的深度联动与集大成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CURRICULUM EXPERIMENT SYNERGY &amp; INTEGRATION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1828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Chaos Fire Drill | 期末大项目汇报答辩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280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本项目作为期末集成大作业，并非孤立存在，而是将课程前序的四大模块实验完美融为一体：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2560320" cy="438912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920240"/>
            <a:ext cx="219456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📦 实验一
Docker 容器化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物理资源底座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微服务镜像打包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容器物理资源分配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为混沌注入器的环境污染与单节点 CPU 拉爆提供了基础隔离隔离手段。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83280" y="1737360"/>
            <a:ext cx="2560320" cy="438912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1920240"/>
            <a:ext cx="219456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☸️ 实验二
K8s 容器编排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权限隔离 (RBAC)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ServiceAccount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副本控制机制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提供合法受控的终端代理。利用物理沙箱环境在 live 集群上安全执行各种自愈指令。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17920" y="1737360"/>
            <a:ext cx="2560320" cy="438912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920240"/>
            <a:ext cx="219456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🕸️ 实验三
微服务架构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多层服务链路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服务调用依赖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API 网络流控制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直接提取真实的微服务架构作为靶标系统。在延迟注入下完美呈现级联雪崩现象。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052560" y="1737360"/>
            <a:ext cx="2560320" cy="438912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9235440" y="1920240"/>
            <a:ext cx="219456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 实验四
混沌工程理论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故障模型与发现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主动高抗破坏性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动态调协自愈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理论落地为玩法！构建完整的混沌故障池与清理程序，在竞速机制中展现混沌核心工程学价值。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系统架构拆解与交互拓扑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SYSTEM ARCHITECTURE &amp; COMMUNICATIVE TOPOLOGY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1828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Chaos Fire Drill | 期末大项目汇报答辩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303520" cy="466344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🛠️ 模块化分层设计体系
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可观测与交互层 (Vite + Vue 3)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实时集群健康拓扑大屏与 xterm.js 沉浸式终端，提供完美的 Linux 运维交互。
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逻辑与控制层 (Node.js + ws)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采用状态机引擎控制游戏生命周期；内置多维度 Scorer Engine 实现人机抢修评分。
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安全防护层 (Terminal Proxy)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拦截危险字符输入并实现 Namespace 强制重写绑定，防范越权破坏。
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物理物理靶场层 (Kubernetes Cluster)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物理环境，支持包括 chaos-game 与 demo-micro 等命名空间故障。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463040"/>
            <a:ext cx="5303520" cy="466344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6459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🎮 核心游戏生命周期状态机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0" y="2194560"/>
            <a:ext cx="3291840" cy="548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IDLE (等待消防演习)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0" y="3017520"/>
            <a:ext cx="3291840" cy="548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0" y="30175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INJECTING (触发混沌故障注入)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0" y="3840480"/>
            <a:ext cx="3291840" cy="548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0" y="38404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DIAGNOSING (人机双通道灭火竞速)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0" y="4663440"/>
            <a:ext cx="3291840" cy="5486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0" y="466344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SCORING / TIMEOUT (自愈结算/回退)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0" y="53949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状态调谐：任意一方利用 kubectl 指令修复健康度至 100% 后，状态机实时捕捉，冻结并切入结算，极速清退临时资源，保证 0 资源泄露。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云计算创新点：纯生 K8s-Native 沙箱与轻量化故障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CLOUD COMPUTING INNOVATIONS &amp; LIVE SANDBOX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1828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Chaos Fire Drill | 期末大项目汇报答辩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303520" cy="466344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☸️ Kubernetes-Native 真实集群穿透
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彻底摒弃伪模拟 (Fake Mock)：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绝非纸面逻辑模拟，每一次在大屏上观察到的指标振荡、Pod 死亡与重建，都是对真实容器状态的反射。
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轻量级原生故障注入：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不引入重型混沌框架，使用内置 TC Netem 制造高逼真网络抖动、使用 dd 读写模拟磁盘满仓，直观再现级联雪崩。
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自动调谐回滚：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若演习超时或退赛，后端自愈协程秒级触发 restoreFn，全量清理所有注入故障，维持靶场无残留洁净状态。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463040"/>
            <a:ext cx="5303520" cy="466344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🔒 安全命令重写网关 (Terminal Proxy)
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多租户逻辑沙箱隔离：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对所有前台人类输入指令实施正则重写。强制替换并追加 `-n &lt;current-namespace&gt;` 参数，彻底封锁越权删除系统级命名空间的隐患。
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静态白名单硬拦截：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严格限制前台执行 `kubectl get`, `kubectl logs`, `kubectl describe`, `kubectl scale`, `kubectl rollout`, `kubectl exec` 等 6 类核心观测命令。
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拼接逃逸过滤：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物理阻断分号、后台挂起、多重命令拼接，在开放运维自主权的同时实现极高等级的网络防御。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AI 创新点：DevOps Agent 与 OODA 自愈闭环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INNOVATIONS &amp; OODA SELF-HEALING LOOP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1828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Chaos Fire Drill | 期末大项目汇报答辩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303520" cy="466344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🔍 差异化快照剪枝算法 (Snapshot Pruning)
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解决 SRE 日志巨量噪声：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微服务运行时数据泛滥，长上下文极易导致 LLM 决策迷失 (Lost in the Middle) 并推高 Token 费用。
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黄金基线差异对比 (Baseline Diffing)：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系统自主实现快照剪枝。将当前时刻的 Pod、Deploy、Events 与系统健康时的基线作原子差异对比。自动剔除一切正常的服务细节和长串 UUID。
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极限瘦身 75% 以上：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仅向 LLM 喂入高信噪比突发异常快照，将 AI 定位分析的确定性推升至工业级水准。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463040"/>
            <a:ext cx="5303520" cy="466344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🤖 OODA 循环闭环自愈 Agent
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OODA 理论完美闭环：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 Observe (观察)：每 5 秒拉取降噪后的高精度快照。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 Orient (调整)：拓扑分析，理清微服务故障扩散链。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 Decide (决策)：LLM 根据上下文智能决策修复脚本。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 Action (执行)：自动执行 kubectl 命令并在调谐环路中迭代检验修复结果，实现了闭环全自愈。
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推理链白盒可视化：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每次的怀疑对象与思考逻辑（CoT）实时推送到大屏，将盲盒打分提升为高价值人机协同教学。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严谨的评分标准与多维度量化体系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SACS MULTI-DIMENSIONAL SCORING SYSTEM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1828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Chaos Fire Drill | 期末大项目汇报答辩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280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我们为演习制定了科学、立体的 SACS 融合评分算法，从四大维度对人机表现进行定量化考评：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645920"/>
            <a:ext cx="5303520" cy="210312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2880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⏱️ Speed (速度维度 - 权重 50%)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依据最终抢修完成的耗时呈线性数学衰减。自愈越快，速度得分越高；超时未完成为 0 分，高度量化应急时效实感。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645920"/>
            <a:ext cx="5303520" cy="210312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82880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🎯 Accuracy (根因准确度 - 权重 20%)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评分引擎针对用户在终端敲击的指令历史与 AI 生成的诊断日志进行匹配，准确判定是否真正捕获了核心故障元，阻断盲目无序调试。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5303520" cy="210312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20624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💸 Cost (开销预算度 - 权重 15%)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引入虚拟资金预算机制。人类每敲入更改状态指令，或者 AI 每轮交互调用均会扣除预算。惩罚盲目暴利运维，倡导一击即中。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09360" y="4023360"/>
            <a:ext cx="5303520" cy="210312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420624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📋 Standard (操作规范度 - 权重 15%)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全面监控输入的语法错误、冗余指令和无意义获取。以极其严谨的标准规范日常操作作风，培养高水平 SRE 极客底色。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 实验成果与测试验证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EXPERIMENTAL OUTCOMES &amp; VERIFICATION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1828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Chaos Fire Drill | 期末大项目汇报答辩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303520" cy="466344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🚀 物理靶场真实注入实测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简单模式 (Easy Mode)：
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 注入 order-service 磁盘满故障，产生 64MB 临时大文件。
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 人类利用终端精准捕获大文件路径并极速删除，集群立即无感自愈。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困难模式 (Hard Mode)：
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 并发注入 product-service 缩零与 order-service PID 1 终结崩溃。
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 AI 利用 OODA 基线差异分析，20 秒内推荐并下发 `kubectl scale` 重构 product-service，展现了卓越的自动化应急响应力。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463040"/>
            <a:ext cx="5303520" cy="466344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🧪 健全的自动化测试组件
</a:t>
            </a:r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项目引入了基于 Jest 框架的工业级自动化测试覆盖：
</a:t>
            </a:r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PASS  __tests__/scorer.test.js
</a:t>
            </a:r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PASS  __tests__/chaos-injector.test.js
</a:t>
            </a:r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PASS  __tests__/terminal-proxy.test.js
</a:t>
            </a:r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PASS  __tests__/ai-engine.test.js
</a:t>
            </a:r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PASS  __tests__/integration.test.js
</a:t>
            </a:r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累计通过：</a:t>
            </a:r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 个底层核心单元/集成测试用例。
</a:t>
            </a:r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高抗覆盖：</a:t>
            </a:r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状态机扭转、快照裁剪算法、危险字符过滤、资金预算扣除等，质量达到了极高标准。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 总结、收获与未来展望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SUMMARY, INSIGHTS &amp; FUTURE OUTLOOK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1828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Chaos Fire Drill | 期末大项目汇报答辩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303520" cy="466344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🌟 核心收获与心得体会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深化云原生弹性设计思维：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“Design for Failure”（面向故障设计）是云计算高可用架构的核心原则。通过混沌工程的主动破坏，切实感受到就绪探针、重启策略和自愈环对服务韧性的巨大保障。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掌握大模型云端落地范式：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SRE 真实场景中，利用基线差异剪枝实现 75% 裁剪，是防止大模型幻觉与偏航的底层基石。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见证人机协同巨大潜力：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在结构化状态判断与经典自愈指令执行上具备极速的优势，展现了强大的 AIOps 潜能。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463040"/>
            <a:ext cx="5303520" cy="466344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8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🚀 未来演进方向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融入细粒度全链路可观测性指标：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拟进一步集成 Prometheus 与 OpenTelemetry，将系统时序指标以图谱的形式喂入大模型，支持精准性能调优决策。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智能体左右互搏对抗：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构建一边主动注入多样故障，另一边实时监控修复的“双智能体自进化对抗沙箱”，持续寻找微服务弹性的极限边界。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分布式多集群消防演练：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拟将单集群扩展为多云混合异构分布式靶场，实现跨广域网络雪崩环境的超大规模混沌演练。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91840"/>
            <a:ext cx="12188952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敬请各位老师、专家批评指正！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Chaos Fire Drill 项目开发小组 | 云计算与微服务大作业答辩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2026-05-27T17:51:42Z</dcterms:created>
  <dcterms:modified xsi:type="dcterms:W3CDTF">2026-05-27T17:51:42Z</dcterms:modified>
</cp:coreProperties>
</file>